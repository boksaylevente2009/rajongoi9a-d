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F85D915-2C32-459F-94A4-72A4A987B5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FBC53911-E23F-4C09-BED8-864E3A318F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AE3C88C5-1051-4835-8DE2-C297DC99A0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52E7B-312F-4F68-B050-DB38E8C31169}" type="datetimeFigureOut">
              <a:rPr lang="hu-HU" smtClean="0"/>
              <a:t>2025.02.13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CA1D7CEA-372D-48F8-BA99-20D5A35D3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689865F8-9524-4F58-BC1D-D103D2876B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66125B-697B-45DD-A26A-DFD2820509C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1647258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1CA9BD5-6750-4E12-85EF-BDB5C73CD9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64003B34-E294-45E7-962A-FCEA5A9AEC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BCACBA34-192B-4C2F-9C58-1D3A8EF870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52E7B-312F-4F68-B050-DB38E8C31169}" type="datetimeFigureOut">
              <a:rPr lang="hu-HU" smtClean="0"/>
              <a:t>2025.02.13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2CCA8779-E698-4439-B092-EF4C689A86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505F522C-8370-4712-836C-3DE4DE3F48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66125B-697B-45DD-A26A-DFD2820509C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8626373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B3C6C6F-B3D9-41D7-9478-3D7C67F24F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8F0B0F23-4823-4776-97DB-195B7D5549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34247249-330A-4564-9BB4-0728355136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52E7B-312F-4F68-B050-DB38E8C31169}" type="datetimeFigureOut">
              <a:rPr lang="hu-HU" smtClean="0"/>
              <a:t>2025.02.13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05BA582B-69FF-4367-B7CF-90B274A564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8C879105-9ED7-40A9-8858-588704D729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66125B-697B-45DD-A26A-DFD2820509C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3254874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88C9B39-A987-40CA-A29E-5456D6809C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988B15CA-02CA-494D-8400-04B5A4EA31B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5A871D91-8F9D-4559-A1E1-5A2B4BA3FD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540A3E27-24B3-437E-A4A6-C657644F9D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52E7B-312F-4F68-B050-DB38E8C31169}" type="datetimeFigureOut">
              <a:rPr lang="hu-HU" smtClean="0"/>
              <a:t>2025.02.13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50EC7951-D0F5-47D6-B152-833F0B57C4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A981C90E-15D7-46EE-BDD0-97EE738279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66125B-697B-45DD-A26A-DFD2820509C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15931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202E91F-2C1B-4B5E-B350-F3C8F8806A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1D8A7129-49F3-4612-A8D5-24DDB4C9B2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5E796428-07C4-4542-9860-AD665441644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42E92FCD-B448-4146-8A3F-C766D9A97FA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E21649EB-B802-45BF-BA98-659921D7C12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FC791766-44E8-43EF-B3D6-3AB8B2427D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52E7B-312F-4F68-B050-DB38E8C31169}" type="datetimeFigureOut">
              <a:rPr lang="hu-HU" smtClean="0"/>
              <a:t>2025.02.13</a:t>
            </a:fld>
            <a:endParaRPr lang="hu-HU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AD16BF49-F589-44A6-9A77-AAD405515D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6AF243EE-0F27-43F8-839A-55796CF0D6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66125B-697B-45DD-A26A-DFD2820509C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1820338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5A5E6B3-D0E4-4189-BBAC-293FFECA29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429C5DD3-AA7E-4116-8B46-3EBD0AE24C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52E7B-312F-4F68-B050-DB38E8C31169}" type="datetimeFigureOut">
              <a:rPr lang="hu-HU" smtClean="0"/>
              <a:t>2025.02.13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3CD0562B-6986-4351-8447-341A555F3C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56F89808-97B7-4E2C-BE7C-068C885620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66125B-697B-45DD-A26A-DFD2820509C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530893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B4DB8ACB-BDAB-4FD6-AA0F-19C2AE1A7C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52E7B-312F-4F68-B050-DB38E8C31169}" type="datetimeFigureOut">
              <a:rPr lang="hu-HU" smtClean="0"/>
              <a:t>2025.02.13</a:t>
            </a:fld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8980FDD0-2663-470D-969A-AF92C2170D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57D6AB19-0B08-4222-B4D1-4D7E8D1F9D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66125B-697B-45DD-A26A-DFD2820509C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5854502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4E8F6C0-B36E-493A-86D4-C16570BF93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47C3113C-869B-4934-9CE5-5C14777470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39CC1ED4-1BDA-417F-B11D-B7A86AED45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0A2D5228-6034-4596-AD8F-07BDB75B94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52E7B-312F-4F68-B050-DB38E8C31169}" type="datetimeFigureOut">
              <a:rPr lang="hu-HU" smtClean="0"/>
              <a:t>2025.02.13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FCFFB9B8-F138-4FED-A173-188DC22633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B7AEBBF0-29E9-4C94-8D26-00D377CDB4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66125B-697B-45DD-A26A-DFD2820509C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9818456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EAAE398-76A7-43BE-A1B3-63C72C1782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68A0874D-22B3-4748-9FBE-01BD1693EC7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8108868D-F82B-4023-8C13-BF24F6A2735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A40E9107-20E8-416C-8A85-543A02A12F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52E7B-312F-4F68-B050-DB38E8C31169}" type="datetimeFigureOut">
              <a:rPr lang="hu-HU" smtClean="0"/>
              <a:t>2025.02.13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7F4DDDD7-5D30-4D5E-B267-E061262875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02A9E482-00C2-4019-9559-DC94E52925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66125B-697B-45DD-A26A-DFD2820509C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023687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9AB3FF8-FFA3-4EC1-9380-64BA30843A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940DAE84-B4B0-44E2-866D-EAE5203CF82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8AD170E6-587E-4485-8DB3-C083E08195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52E7B-312F-4F68-B050-DB38E8C31169}" type="datetimeFigureOut">
              <a:rPr lang="hu-HU" smtClean="0"/>
              <a:t>2025.02.13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4E08ACD2-A237-4EBF-81D2-242B24B406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E0CF8818-FA25-4BA0-8801-314D390B4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66125B-697B-45DD-A26A-DFD2820509C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3924970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D202B697-E430-49C9-9167-041F52089C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B30E640F-E3C4-4B69-84E9-40F00683F6E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09902B68-88C6-4B16-88A8-22DC489418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52E7B-312F-4F68-B050-DB38E8C31169}" type="datetimeFigureOut">
              <a:rPr lang="hu-HU" smtClean="0"/>
              <a:t>2025.02.13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00AE7BD3-6FFE-4D5E-A974-6F60B07EDE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519D28F6-C6DD-407A-9C8F-76502C4ADC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66125B-697B-45DD-A26A-DFD2820509C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657817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D756E333-7872-4FD8-B7E3-974866EC4A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F6C9D14A-E9BC-41E5-965A-9F0FF9D9A9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0B93AE85-AF6F-4E6C-B2DB-8DC1EB4971F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7C52E7B-312F-4F68-B050-DB38E8C31169}" type="datetimeFigureOut">
              <a:rPr lang="hu-HU" smtClean="0"/>
              <a:t>2025.02.13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016620BE-BE16-4E5E-A504-2A636A28D4A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B7B54F24-3844-40FF-8223-AEC4BE770C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666125B-697B-45DD-A26A-DFD2820509C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334694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66B9B52-BC83-4FA2-A207-BD8C8E4F576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1151ACFB-6C04-4F01-9364-7BDFC7F1621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2707185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4A42860-5411-4497-B099-E91FCA688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8" y="365127"/>
            <a:ext cx="10515601" cy="1312672"/>
          </a:xfrm>
        </p:spPr>
        <p:txBody>
          <a:bodyPr>
            <a:normAutofit/>
          </a:bodyPr>
          <a:lstStyle/>
          <a:p>
            <a:pPr algn="ctr"/>
            <a:r>
              <a:rPr lang="hu-HU" sz="7200" dirty="0"/>
              <a:t>Téma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FAFD67E-8314-40F2-923D-5FB88D4E87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3204595"/>
            <a:ext cx="12192000" cy="4272661"/>
          </a:xfrm>
        </p:spPr>
        <p:txBody>
          <a:bodyPr/>
          <a:lstStyle/>
          <a:p>
            <a:pPr marL="0" indent="0" algn="ctr">
              <a:buNone/>
            </a:pPr>
            <a:r>
              <a:rPr lang="hu-HU" spc="300" dirty="0"/>
              <a:t>A weboldalunk </a:t>
            </a:r>
            <a:r>
              <a:rPr lang="hu-HU" spc="300" dirty="0" err="1"/>
              <a:t>Dwayne</a:t>
            </a:r>
            <a:r>
              <a:rPr lang="hu-HU" spc="300" dirty="0"/>
              <a:t> Johnson életéről, családjáról és karrierjéről szól</a:t>
            </a:r>
          </a:p>
        </p:txBody>
      </p:sp>
    </p:spTree>
    <p:extLst>
      <p:ext uri="{BB962C8B-B14F-4D97-AF65-F5344CB8AC3E}">
        <p14:creationId xmlns:p14="http://schemas.microsoft.com/office/powerpoint/2010/main" val="36458905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11</Words>
  <Application>Microsoft Office PowerPoint</Application>
  <PresentationFormat>Szélesvásznú</PresentationFormat>
  <Paragraphs>2</Paragraphs>
  <Slides>2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Office-téma</vt:lpstr>
      <vt:lpstr>PowerPoint-bemutató</vt:lpstr>
      <vt:lpstr>Téma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PowerPoint-bemutató</dc:title>
  <dc:creator>Boksay Levente</dc:creator>
  <cp:lastModifiedBy>Boksay Levente</cp:lastModifiedBy>
  <cp:revision>2</cp:revision>
  <dcterms:created xsi:type="dcterms:W3CDTF">2025-02-13T08:54:49Z</dcterms:created>
  <dcterms:modified xsi:type="dcterms:W3CDTF">2025-02-13T09:05:32Z</dcterms:modified>
</cp:coreProperties>
</file>