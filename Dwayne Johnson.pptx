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61" r:id="rId4"/>
    <p:sldId id="262" r:id="rId5"/>
    <p:sldId id="264" r:id="rId6"/>
    <p:sldId id="263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73" autoAdjust="0"/>
  </p:normalViewPr>
  <p:slideViewPr>
    <p:cSldViewPr snapToGrid="0">
      <p:cViewPr varScale="1">
        <p:scale>
          <a:sx n="63" d="100"/>
          <a:sy n="63" d="100"/>
        </p:scale>
        <p:origin x="7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AA58A-53C5-4BF1-8D06-9E1B638EAAB5}" type="datetimeFigureOut">
              <a:rPr lang="hu-HU" smtClean="0"/>
              <a:t>2025. 02. 17.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C2BEA-70B7-499C-82A0-27FD2CCCCAB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9842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85D915-2C32-459F-94A4-72A4A987B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BC53911-E23F-4C09-BED8-864E3A318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E3C88C5-1051-4835-8DE2-C297DC99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2E7B-312F-4F68-B050-DB38E8C31169}" type="datetimeFigureOut">
              <a:rPr lang="hu-HU" smtClean="0"/>
              <a:t>2025. 02. 17.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A1D7CEA-372D-48F8-BA99-20D5A35D3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89865F8-9524-4F58-BC1D-D103D2876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125B-697B-45DD-A26A-DFD282050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4725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CA9BD5-6750-4E12-85EF-BDB5C73CD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4003B34-E294-45E7-962A-FCEA5A9AE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CACBA34-192B-4C2F-9C58-1D3A8EF87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2E7B-312F-4F68-B050-DB38E8C31169}" type="datetimeFigureOut">
              <a:rPr lang="hu-HU" smtClean="0"/>
              <a:t>2025. 02. 17.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CCA8779-E698-4439-B092-EF4C689A8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05F522C-8370-4712-836C-3DE4DE3F4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125B-697B-45DD-A26A-DFD282050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2637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3C6C6F-B3D9-41D7-9478-3D7C67F24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F0B0F23-4823-4776-97DB-195B7D55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4247249-330A-4564-9BB4-072835513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2E7B-312F-4F68-B050-DB38E8C31169}" type="datetimeFigureOut">
              <a:rPr lang="hu-HU" smtClean="0"/>
              <a:t>2025. 02. 17.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5BA582B-69FF-4367-B7CF-90B274A5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C879105-9ED7-40A9-8858-588704D7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125B-697B-45DD-A26A-DFD282050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25487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8C9B39-A987-40CA-A29E-5456D6809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88B15CA-02CA-494D-8400-04B5A4EA3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A871D91-8F9D-4559-A1E1-5A2B4BA3F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40A3E27-24B3-437E-A4A6-C657644F9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2E7B-312F-4F68-B050-DB38E8C31169}" type="datetimeFigureOut">
              <a:rPr lang="hu-HU" smtClean="0"/>
              <a:t>2025. 02. 17.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0EC7951-D0F5-47D6-B152-833F0B57C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981C90E-15D7-46EE-BDD0-97EE73827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125B-697B-45DD-A26A-DFD282050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5931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02E91F-2C1B-4B5E-B350-F3C8F8806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D8A7129-49F3-4612-A8D5-24DDB4C9B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E796428-07C4-4542-9860-AD6654416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2E92FCD-B448-4146-8A3F-C766D9A97F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E21649EB-B802-45BF-BA98-659921D7C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FC791766-44E8-43EF-B3D6-3AB8B2427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2E7B-312F-4F68-B050-DB38E8C31169}" type="datetimeFigureOut">
              <a:rPr lang="hu-HU" smtClean="0"/>
              <a:t>2025. 02. 17.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D16BF49-F589-44A6-9A77-AAD40551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6AF243EE-0F27-43F8-839A-55796CF0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125B-697B-45DD-A26A-DFD282050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2033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A5E6B3-D0E4-4189-BBAC-293FFECA2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29C5DD3-AA7E-4116-8B46-3EBD0AE24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2E7B-312F-4F68-B050-DB38E8C31169}" type="datetimeFigureOut">
              <a:rPr lang="hu-HU" smtClean="0"/>
              <a:t>2025. 02. 17.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CD0562B-6986-4351-8447-341A555F3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6F89808-97B7-4E2C-BE7C-068C88562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125B-697B-45DD-A26A-DFD282050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53089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B4DB8ACB-BDAB-4FD6-AA0F-19C2AE1A7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2E7B-312F-4F68-B050-DB38E8C31169}" type="datetimeFigureOut">
              <a:rPr lang="hu-HU" smtClean="0"/>
              <a:t>2025. 02. 17.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980FDD0-2663-470D-969A-AF92C2170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7D6AB19-0B08-4222-B4D1-4D7E8D1F9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125B-697B-45DD-A26A-DFD282050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85450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E8F6C0-B36E-493A-86D4-C16570BF9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C3113C-869B-4934-9CE5-5C1477747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9CC1ED4-1BDA-417F-B11D-B7A86AED4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A2D5228-6034-4596-AD8F-07BDB75B9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2E7B-312F-4F68-B050-DB38E8C31169}" type="datetimeFigureOut">
              <a:rPr lang="hu-HU" smtClean="0"/>
              <a:t>2025. 02. 17.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CFFB9B8-F138-4FED-A173-188DC226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7AEBBF0-29E9-4C94-8D26-00D377CDB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125B-697B-45DD-A26A-DFD282050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1845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AAE398-76A7-43BE-A1B3-63C72C178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8A0874D-22B3-4748-9FBE-01BD1693E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108868D-F82B-4023-8C13-BF24F6A27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40E9107-20E8-416C-8A85-543A02A12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2E7B-312F-4F68-B050-DB38E8C31169}" type="datetimeFigureOut">
              <a:rPr lang="hu-HU" smtClean="0"/>
              <a:t>2025. 02. 17.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F4DDDD7-5D30-4D5E-B267-E06126287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2A9E482-00C2-4019-9559-DC94E5292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125B-697B-45DD-A26A-DFD282050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2368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AB3FF8-FFA3-4EC1-9380-64BA30843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40DAE84-B4B0-44E2-866D-EAE5203CF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AD170E6-587E-4485-8DB3-C083E0819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2E7B-312F-4F68-B050-DB38E8C31169}" type="datetimeFigureOut">
              <a:rPr lang="hu-HU" smtClean="0"/>
              <a:t>2025. 02. 17.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E08ACD2-A237-4EBF-81D2-242B24B4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0CF8818-FA25-4BA0-8801-314D390B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125B-697B-45DD-A26A-DFD282050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2497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D202B697-E430-49C9-9167-041F52089C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30E640F-E3C4-4B69-84E9-40F00683F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9902B68-88C6-4B16-88A8-22DC48941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2E7B-312F-4F68-B050-DB38E8C31169}" type="datetimeFigureOut">
              <a:rPr lang="hu-HU" smtClean="0"/>
              <a:t>2025. 02. 17.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0AE7BD3-6FFE-4D5E-A974-6F60B07ED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19D28F6-C6DD-407A-9C8F-76502C4AD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6125B-697B-45DD-A26A-DFD282050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5781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D756E333-7872-4FD8-B7E3-974866EC4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6C9D14A-E9BC-41E5-965A-9F0FF9D9A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B93AE85-AF6F-4E6C-B2DB-8DC1EB497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52E7B-312F-4F68-B050-DB38E8C31169}" type="datetimeFigureOut">
              <a:rPr lang="hu-HU" smtClean="0"/>
              <a:t>2025. 02. 17.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16620BE-BE16-4E5E-A504-2A636A28D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7B54F24-3844-40FF-8223-AEC4BE770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6125B-697B-45DD-A26A-DFD2820509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3469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6B9B52-BC83-4FA2-A207-BD8C8E4F57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hu-HU" sz="4000" dirty="0">
              <a:solidFill>
                <a:srgbClr val="92D050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151ACFB-6C04-4F01-9364-7BDFC7F162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526D2E6-3DFB-4051-A7CF-DF720B1DD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905" y="-12321"/>
            <a:ext cx="12213905" cy="6870321"/>
          </a:xfrm>
          <a:prstGeom prst="rect">
            <a:avLst/>
          </a:prstGeom>
        </p:spPr>
      </p:pic>
      <p:sp>
        <p:nvSpPr>
          <p:cNvPr id="6" name="Téglalap 5">
            <a:extLst>
              <a:ext uri="{FF2B5EF4-FFF2-40B4-BE49-F238E27FC236}">
                <a16:creationId xmlns:a16="http://schemas.microsoft.com/office/drawing/2014/main" id="{082C436B-3168-41E6-86C6-65C90DA7AB3A}"/>
              </a:ext>
            </a:extLst>
          </p:cNvPr>
          <p:cNvSpPr/>
          <p:nvPr/>
        </p:nvSpPr>
        <p:spPr>
          <a:xfrm>
            <a:off x="4842843" y="1600200"/>
            <a:ext cx="72341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3600" dirty="0" err="1">
                <a:solidFill>
                  <a:schemeClr val="bg1"/>
                </a:solidFill>
              </a:rPr>
              <a:t>Dwayne</a:t>
            </a:r>
            <a:r>
              <a:rPr lang="hu-HU" sz="3600" dirty="0">
                <a:solidFill>
                  <a:schemeClr val="bg1"/>
                </a:solidFill>
              </a:rPr>
              <a:t> Johnson rajongói oldal 2025</a:t>
            </a:r>
          </a:p>
        </p:txBody>
      </p:sp>
    </p:spTree>
    <p:extLst>
      <p:ext uri="{BB962C8B-B14F-4D97-AF65-F5344CB8AC3E}">
        <p14:creationId xmlns:p14="http://schemas.microsoft.com/office/powerpoint/2010/main" val="2270718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9C2E8-9BDC-3C52-D1E9-DCA82232C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>
            <a:extLst>
              <a:ext uri="{FF2B5EF4-FFF2-40B4-BE49-F238E27FC236}">
                <a16:creationId xmlns:a16="http://schemas.microsoft.com/office/drawing/2014/main" id="{70F68E8F-E438-E592-6188-E1EE9C65AE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49DA957-2E0B-4093-1051-B4668CBD1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6216" y="-102998"/>
            <a:ext cx="12558216" cy="7063996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DE92A26A-67A3-FC14-3696-48F8A8DD9F5D}"/>
              </a:ext>
            </a:extLst>
          </p:cNvPr>
          <p:cNvSpPr txBox="1"/>
          <p:nvPr/>
        </p:nvSpPr>
        <p:spPr>
          <a:xfrm>
            <a:off x="4842843" y="5188168"/>
            <a:ext cx="620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hu-HU" spc="300" dirty="0">
                <a:solidFill>
                  <a:schemeClr val="bg1"/>
                </a:solidFill>
              </a:rPr>
              <a:t>A weboldalunk </a:t>
            </a:r>
            <a:r>
              <a:rPr lang="hu-HU" spc="300" dirty="0" err="1">
                <a:solidFill>
                  <a:schemeClr val="bg1"/>
                </a:solidFill>
              </a:rPr>
              <a:t>Dwayne</a:t>
            </a:r>
            <a:r>
              <a:rPr lang="hu-HU" spc="300" dirty="0">
                <a:solidFill>
                  <a:schemeClr val="bg1"/>
                </a:solidFill>
              </a:rPr>
              <a:t> Johnson életéről, családjáról és karrierjéről szól</a:t>
            </a:r>
            <a:endParaRPr lang="hu-HU" spc="300" dirty="0"/>
          </a:p>
        </p:txBody>
      </p:sp>
      <p:sp>
        <p:nvSpPr>
          <p:cNvPr id="10" name="Cím 1">
            <a:extLst>
              <a:ext uri="{FF2B5EF4-FFF2-40B4-BE49-F238E27FC236}">
                <a16:creationId xmlns:a16="http://schemas.microsoft.com/office/drawing/2014/main" id="{497A4F74-8C79-F380-4966-C2321F66BD30}"/>
              </a:ext>
            </a:extLst>
          </p:cNvPr>
          <p:cNvSpPr txBox="1">
            <a:spLocks/>
          </p:cNvSpPr>
          <p:nvPr/>
        </p:nvSpPr>
        <p:spPr>
          <a:xfrm>
            <a:off x="4384038" y="586168"/>
            <a:ext cx="10515601" cy="13126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6600" b="1" dirty="0">
                <a:solidFill>
                  <a:schemeClr val="bg1"/>
                </a:solidFill>
                <a:latin typeface="+mn-lt"/>
              </a:rPr>
              <a:t>Téma</a:t>
            </a:r>
            <a:endParaRPr lang="hu-HU" sz="66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7936669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6D1F-EEBB-B631-6B38-7C8ABCB5C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>
            <a:extLst>
              <a:ext uri="{FF2B5EF4-FFF2-40B4-BE49-F238E27FC236}">
                <a16:creationId xmlns:a16="http://schemas.microsoft.com/office/drawing/2014/main" id="{8ADD4051-D019-DD3E-D70D-1CD60D7A3F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C5BA887-A5DD-7208-A91F-BC4676D22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6216" y="0"/>
            <a:ext cx="12558216" cy="7063996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4D4E6FB5-3830-2CB2-413C-BED0D367E193}"/>
              </a:ext>
            </a:extLst>
          </p:cNvPr>
          <p:cNvSpPr txBox="1"/>
          <p:nvPr/>
        </p:nvSpPr>
        <p:spPr>
          <a:xfrm>
            <a:off x="619760" y="269566"/>
            <a:ext cx="787400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250000"/>
              </a:lnSpc>
              <a:buNone/>
            </a:pPr>
            <a:r>
              <a:rPr lang="hu-HU" sz="4000" b="1" noProof="1">
                <a:solidFill>
                  <a:schemeClr val="bg1"/>
                </a:solidFill>
              </a:rPr>
              <a:t>Glázer Ármin Dominik </a:t>
            </a:r>
            <a:r>
              <a:rPr lang="hu-HU" sz="4000" noProof="1">
                <a:solidFill>
                  <a:schemeClr val="bg1"/>
                </a:solidFill>
              </a:rPr>
              <a:t>- 42 commit</a:t>
            </a:r>
          </a:p>
          <a:p>
            <a:pPr marL="0" indent="0" algn="ctr">
              <a:lnSpc>
                <a:spcPct val="250000"/>
              </a:lnSpc>
              <a:buNone/>
            </a:pPr>
            <a:r>
              <a:rPr lang="hu-HU" sz="4000" b="1" noProof="1">
                <a:solidFill>
                  <a:schemeClr val="bg1"/>
                </a:solidFill>
              </a:rPr>
              <a:t>Boksay Levente </a:t>
            </a:r>
            <a:r>
              <a:rPr lang="hu-HU" sz="4000" noProof="1">
                <a:solidFill>
                  <a:schemeClr val="bg1"/>
                </a:solidFill>
              </a:rPr>
              <a:t>- 70 commit</a:t>
            </a:r>
          </a:p>
          <a:p>
            <a:pPr marL="0" indent="0" algn="ctr">
              <a:lnSpc>
                <a:spcPct val="250000"/>
              </a:lnSpc>
              <a:buNone/>
            </a:pPr>
            <a:r>
              <a:rPr lang="hu-HU" sz="4000" b="1" noProof="1">
                <a:solidFill>
                  <a:schemeClr val="bg1"/>
                </a:solidFill>
              </a:rPr>
              <a:t>Győr Norbert </a:t>
            </a:r>
            <a:r>
              <a:rPr lang="hu-HU" sz="4000" noProof="1">
                <a:solidFill>
                  <a:schemeClr val="bg1"/>
                </a:solidFill>
              </a:rPr>
              <a:t>- 17 commit</a:t>
            </a:r>
          </a:p>
          <a:p>
            <a:pPr marL="0" indent="0" algn="ctr">
              <a:buNone/>
            </a:pPr>
            <a:endParaRPr lang="hu-HU" spc="300" dirty="0"/>
          </a:p>
        </p:txBody>
      </p:sp>
      <p:sp>
        <p:nvSpPr>
          <p:cNvPr id="10" name="Cím 1">
            <a:extLst>
              <a:ext uri="{FF2B5EF4-FFF2-40B4-BE49-F238E27FC236}">
                <a16:creationId xmlns:a16="http://schemas.microsoft.com/office/drawing/2014/main" id="{652FA4C7-BB99-0741-93BA-E0B5428CF6ED}"/>
              </a:ext>
            </a:extLst>
          </p:cNvPr>
          <p:cNvSpPr txBox="1">
            <a:spLocks/>
          </p:cNvSpPr>
          <p:nvPr/>
        </p:nvSpPr>
        <p:spPr>
          <a:xfrm>
            <a:off x="4556760" y="2106220"/>
            <a:ext cx="10515601" cy="13126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6600" b="1" dirty="0" err="1">
                <a:solidFill>
                  <a:schemeClr val="bg1"/>
                </a:solidFill>
                <a:latin typeface="+mn-lt"/>
              </a:rPr>
              <a:t>Készítőkröl</a:t>
            </a:r>
            <a:endParaRPr lang="hu-HU" sz="66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123640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3EFEC-925F-C8A7-AEAB-0E1AB2B4A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>
            <a:extLst>
              <a:ext uri="{FF2B5EF4-FFF2-40B4-BE49-F238E27FC236}">
                <a16:creationId xmlns:a16="http://schemas.microsoft.com/office/drawing/2014/main" id="{CFFA206B-27AB-6FCA-497F-E00EB5306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A31DD95-5685-0203-9A29-98FDA4311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3108" y="-39945"/>
            <a:ext cx="12558216" cy="6897944"/>
          </a:xfrm>
          <a:prstGeom prst="rect">
            <a:avLst/>
          </a:prstGeom>
        </p:spPr>
      </p:pic>
      <p:sp>
        <p:nvSpPr>
          <p:cNvPr id="10" name="Cím 1">
            <a:extLst>
              <a:ext uri="{FF2B5EF4-FFF2-40B4-BE49-F238E27FC236}">
                <a16:creationId xmlns:a16="http://schemas.microsoft.com/office/drawing/2014/main" id="{08825203-F4FB-1765-0DA8-A7DB75514F57}"/>
              </a:ext>
            </a:extLst>
          </p:cNvPr>
          <p:cNvSpPr txBox="1">
            <a:spLocks/>
          </p:cNvSpPr>
          <p:nvPr/>
        </p:nvSpPr>
        <p:spPr>
          <a:xfrm>
            <a:off x="2514600" y="2121408"/>
            <a:ext cx="10515601" cy="13126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6600" b="1" dirty="0">
                <a:solidFill>
                  <a:schemeClr val="bg1"/>
                </a:solidFill>
                <a:latin typeface="+mn-lt"/>
              </a:rPr>
              <a:t>Használt nyelvek</a:t>
            </a:r>
            <a:endParaRPr lang="hu-HU" sz="6600" b="1" dirty="0">
              <a:latin typeface="+mn-lt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CD129D3-DB8C-F69E-28B7-3D7FF14E563B}"/>
              </a:ext>
            </a:extLst>
          </p:cNvPr>
          <p:cNvSpPr txBox="1"/>
          <p:nvPr/>
        </p:nvSpPr>
        <p:spPr>
          <a:xfrm>
            <a:off x="620216" y="960825"/>
            <a:ext cx="7721600" cy="4896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hu-HU" sz="4400" dirty="0">
                <a:solidFill>
                  <a:schemeClr val="bg1"/>
                </a:solidFill>
              </a:rPr>
              <a:t>HTML 71.4%</a:t>
            </a:r>
          </a:p>
          <a:p>
            <a:pPr>
              <a:lnSpc>
                <a:spcPct val="250000"/>
              </a:lnSpc>
            </a:pPr>
            <a:r>
              <a:rPr lang="hu-HU" sz="4400" dirty="0">
                <a:solidFill>
                  <a:schemeClr val="bg1"/>
                </a:solidFill>
              </a:rPr>
              <a:t>CSS 15.5%</a:t>
            </a:r>
          </a:p>
          <a:p>
            <a:pPr>
              <a:lnSpc>
                <a:spcPct val="250000"/>
              </a:lnSpc>
            </a:pPr>
            <a:r>
              <a:rPr lang="hu-HU" sz="4400" dirty="0">
                <a:solidFill>
                  <a:schemeClr val="bg1"/>
                </a:solidFill>
              </a:rPr>
              <a:t>JavaScript 13.1%</a:t>
            </a:r>
          </a:p>
        </p:txBody>
      </p:sp>
    </p:spTree>
    <p:extLst>
      <p:ext uri="{BB962C8B-B14F-4D97-AF65-F5344CB8AC3E}">
        <p14:creationId xmlns:p14="http://schemas.microsoft.com/office/powerpoint/2010/main" val="11585053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F2EE23-0876-D30E-6AC7-12AE896839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2F4B834-72AC-5ADE-8E72-A7F9CA15F2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4128186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B4DD-D451-EC3A-1CA7-5F1FD56E2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>
            <a:extLst>
              <a:ext uri="{FF2B5EF4-FFF2-40B4-BE49-F238E27FC236}">
                <a16:creationId xmlns:a16="http://schemas.microsoft.com/office/drawing/2014/main" id="{E168C0E6-F6E6-08DE-2284-BC6A00EBEA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15953E4-5498-9728-05BA-718A54AC7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3108" y="-39945"/>
            <a:ext cx="12558216" cy="6897944"/>
          </a:xfrm>
          <a:prstGeom prst="rect">
            <a:avLst/>
          </a:prstGeom>
        </p:spPr>
      </p:pic>
      <p:sp>
        <p:nvSpPr>
          <p:cNvPr id="10" name="Cím 1">
            <a:extLst>
              <a:ext uri="{FF2B5EF4-FFF2-40B4-BE49-F238E27FC236}">
                <a16:creationId xmlns:a16="http://schemas.microsoft.com/office/drawing/2014/main" id="{2CAB7748-DE47-A793-3C07-6D86FBB5BEC9}"/>
              </a:ext>
            </a:extLst>
          </p:cNvPr>
          <p:cNvSpPr txBox="1">
            <a:spLocks/>
          </p:cNvSpPr>
          <p:nvPr/>
        </p:nvSpPr>
        <p:spPr>
          <a:xfrm>
            <a:off x="3175000" y="1716256"/>
            <a:ext cx="10515601" cy="13126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6600" b="1" dirty="0">
                <a:solidFill>
                  <a:schemeClr val="bg1"/>
                </a:solidFill>
                <a:latin typeface="+mn-lt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366128656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48</Words>
  <Application>Microsoft Office PowerPoint</Application>
  <PresentationFormat>Szélesvásznú</PresentationFormat>
  <Paragraphs>12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Boksay Levente</dc:creator>
  <cp:lastModifiedBy>a a</cp:lastModifiedBy>
  <cp:revision>6</cp:revision>
  <dcterms:created xsi:type="dcterms:W3CDTF">2025-02-13T08:54:49Z</dcterms:created>
  <dcterms:modified xsi:type="dcterms:W3CDTF">2025-02-17T17:02:15Z</dcterms:modified>
</cp:coreProperties>
</file>