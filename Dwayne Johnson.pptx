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73" autoAdjust="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85D915-2C32-459F-94A4-72A4A987B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BC53911-E23F-4C09-BED8-864E3A31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3C88C5-1051-4835-8DE2-C297DC99A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1D7CEA-372D-48F8-BA99-20D5A35D3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9865F8-9524-4F58-BC1D-D103D2876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7258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A9BD5-6750-4E12-85EF-BDB5C73CD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003B34-E294-45E7-962A-FCEA5A9AE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ACBA34-192B-4C2F-9C58-1D3A8EF8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CA8779-E698-4439-B092-EF4C689A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5F522C-8370-4712-836C-3DE4DE3F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26373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C6C6F-B3D9-41D7-9478-3D7C67F2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F0B0F23-4823-4776-97DB-195B7D554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4247249-330A-4564-9BB4-072835513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BA582B-69FF-4367-B7CF-90B274A56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879105-9ED7-40A9-8858-588704D72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254874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C9B39-A987-40CA-A29E-5456D6809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88B15CA-02CA-494D-8400-04B5A4EA3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A871D91-8F9D-4559-A1E1-5A2B4BA3F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40A3E27-24B3-437E-A4A6-C657644F9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0EC7951-D0F5-47D6-B152-833F0B57C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1C90E-15D7-46EE-BDD0-97EE7382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59312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02E91F-2C1B-4B5E-B350-F3C8F880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8A7129-49F3-4612-A8D5-24DDB4C9B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E796428-07C4-4542-9860-AD6654416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2E92FCD-B448-4146-8A3F-C766D9A97F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21649EB-B802-45BF-BA98-659921D7C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C791766-44E8-43EF-B3D6-3AB8B2427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D16BF49-F589-44A6-9A77-AAD40551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AF243EE-0F27-43F8-839A-55796CF0D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20338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A5E6B3-D0E4-4189-BBAC-293FFECA2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9C5DD3-AA7E-4116-8B46-3EBD0AE2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CD0562B-6986-4351-8447-341A555F3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6F89808-97B7-4E2C-BE7C-068C88562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08934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B4DB8ACB-BDAB-4FD6-AA0F-19C2AE1A7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980FDD0-2663-470D-969A-AF92C217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57D6AB19-0B08-4222-B4D1-4D7E8D1F9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54502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E8F6C0-B36E-493A-86D4-C16570BF9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C3113C-869B-4934-9CE5-5C1477747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C1ED4-1BDA-417F-B11D-B7A86AED4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A2D5228-6034-4596-AD8F-07BDB75B9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CFFB9B8-F138-4FED-A173-188DC2263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7AEBBF0-29E9-4C94-8D26-00D377C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8456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AAE398-76A7-43BE-A1B3-63C72C17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8A0874D-22B3-4748-9FBE-01BD1693E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108868D-F82B-4023-8C13-BF24F6A27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40E9107-20E8-416C-8A85-543A02A12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F4DDDD7-5D30-4D5E-B267-E06126287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2A9E482-00C2-4019-9559-DC94E529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23687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AB3FF8-FFA3-4EC1-9380-64BA30843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40DAE84-B4B0-44E2-866D-EAE5203CF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AD170E6-587E-4485-8DB3-C083E0819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08ACD2-A237-4EBF-81D2-242B24B4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0CF8818-FA25-4BA0-8801-314D390B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24970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202B697-E430-49C9-9167-041F52089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30E640F-E3C4-4B69-84E9-40F00683F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9902B68-88C6-4B16-88A8-22DC4894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0AE7BD3-6FFE-4D5E-A974-6F60B07ED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19D28F6-C6DD-407A-9C8F-76502C4A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817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756E333-7872-4FD8-B7E3-974866EC4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6C9D14A-E9BC-41E5-965A-9F0FF9D9A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3AE85-AF6F-4E6C-B2DB-8DC1EB49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52E7B-312F-4F68-B050-DB38E8C31169}" type="datetimeFigureOut">
              <a:rPr lang="hu-HU" smtClean="0"/>
              <a:t>2025. 02. 15.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6620BE-BE16-4E5E-A504-2A636A28D4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7B54F24-3844-40FF-8223-AEC4BE770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346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6B9B52-BC83-4FA2-A207-BD8C8E4F57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endParaRPr lang="hu-HU" sz="4000" dirty="0">
              <a:solidFill>
                <a:srgbClr val="92D050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51ACFB-6C04-4F01-9364-7BDFC7F16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526D2E6-3DFB-4051-A7CF-DF720B1DD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905" y="-12321"/>
            <a:ext cx="12213905" cy="6870321"/>
          </a:xfrm>
          <a:prstGeom prst="rect">
            <a:avLst/>
          </a:prstGeom>
        </p:spPr>
      </p:pic>
      <p:sp>
        <p:nvSpPr>
          <p:cNvPr id="6" name="Téglalap 5">
            <a:extLst>
              <a:ext uri="{FF2B5EF4-FFF2-40B4-BE49-F238E27FC236}">
                <a16:creationId xmlns:a16="http://schemas.microsoft.com/office/drawing/2014/main" id="{082C436B-3168-41E6-86C6-65C90DA7AB3A}"/>
              </a:ext>
            </a:extLst>
          </p:cNvPr>
          <p:cNvSpPr/>
          <p:nvPr/>
        </p:nvSpPr>
        <p:spPr>
          <a:xfrm>
            <a:off x="4842843" y="1600200"/>
            <a:ext cx="72341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u-HU" sz="3600" dirty="0" err="1">
                <a:solidFill>
                  <a:schemeClr val="bg1"/>
                </a:solidFill>
              </a:rPr>
              <a:t>Dwayne</a:t>
            </a:r>
            <a:r>
              <a:rPr lang="hu-HU" sz="3600" dirty="0">
                <a:solidFill>
                  <a:schemeClr val="bg1"/>
                </a:solidFill>
              </a:rPr>
              <a:t> Johnson rajongói oldal 2025</a:t>
            </a:r>
          </a:p>
        </p:txBody>
      </p:sp>
    </p:spTree>
    <p:extLst>
      <p:ext uri="{BB962C8B-B14F-4D97-AF65-F5344CB8AC3E}">
        <p14:creationId xmlns:p14="http://schemas.microsoft.com/office/powerpoint/2010/main" val="22707185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860-5411-4497-B099-E91FCA688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365127"/>
            <a:ext cx="10515601" cy="1312672"/>
          </a:xfrm>
        </p:spPr>
        <p:txBody>
          <a:bodyPr>
            <a:normAutofit/>
          </a:bodyPr>
          <a:lstStyle/>
          <a:p>
            <a:pPr algn="ctr"/>
            <a:r>
              <a:rPr lang="hu-HU" sz="6600" b="1" dirty="0">
                <a:latin typeface="+mn-lt"/>
              </a:rPr>
              <a:t>Téma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AFD67E-8314-40F2-923D-5FB88D4E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3204595"/>
            <a:ext cx="12192000" cy="4272661"/>
          </a:xfrm>
        </p:spPr>
        <p:txBody>
          <a:bodyPr/>
          <a:lstStyle/>
          <a:p>
            <a:pPr marL="0" indent="0" algn="ctr">
              <a:buNone/>
            </a:pPr>
            <a:r>
              <a:rPr lang="hu-HU" spc="300" dirty="0"/>
              <a:t>A weboldalunk </a:t>
            </a:r>
            <a:r>
              <a:rPr lang="hu-HU" spc="300" dirty="0" err="1"/>
              <a:t>Dwayne</a:t>
            </a:r>
            <a:r>
              <a:rPr lang="hu-HU" spc="300" dirty="0"/>
              <a:t> Johnson életéről, családjáról és karrierjét mutatja be.</a:t>
            </a:r>
          </a:p>
        </p:txBody>
      </p:sp>
    </p:spTree>
    <p:extLst>
      <p:ext uri="{BB962C8B-B14F-4D97-AF65-F5344CB8AC3E}">
        <p14:creationId xmlns:p14="http://schemas.microsoft.com/office/powerpoint/2010/main" val="36458905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FB9908-82B0-D1F5-2745-00063762E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5400" b="1" noProof="1">
                <a:latin typeface="+mn-lt"/>
              </a:rPr>
              <a:t>		Készítők </a:t>
            </a:r>
            <a:r>
              <a:rPr lang="hu-HU" sz="1300" noProof="1">
                <a:latin typeface="+mn-lt"/>
              </a:rPr>
              <a:t>(készült a github adatai alapján)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05C9E5B-76CB-A94A-6A81-99154E78C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lnSpc>
                <a:spcPct val="250000"/>
              </a:lnSpc>
              <a:buNone/>
            </a:pPr>
            <a:r>
              <a:rPr lang="hu-HU" sz="3600" noProof="1"/>
              <a:t>Glázer Ármin Dominik - 42 commit</a:t>
            </a:r>
          </a:p>
          <a:p>
            <a:pPr marL="0" indent="0" algn="ctr">
              <a:lnSpc>
                <a:spcPct val="250000"/>
              </a:lnSpc>
              <a:buNone/>
            </a:pPr>
            <a:r>
              <a:rPr lang="hu-HU" sz="3600" noProof="1"/>
              <a:t>Boksay Levente - 70 commit</a:t>
            </a:r>
          </a:p>
          <a:p>
            <a:pPr marL="0" indent="0" algn="ctr">
              <a:lnSpc>
                <a:spcPct val="250000"/>
              </a:lnSpc>
              <a:buNone/>
            </a:pPr>
            <a:r>
              <a:rPr lang="hu-HU" sz="3600" noProof="1"/>
              <a:t>Győr Norbert - 17 commit</a:t>
            </a:r>
          </a:p>
        </p:txBody>
      </p:sp>
    </p:spTree>
    <p:extLst>
      <p:ext uri="{BB962C8B-B14F-4D97-AF65-F5344CB8AC3E}">
        <p14:creationId xmlns:p14="http://schemas.microsoft.com/office/powerpoint/2010/main" val="20267549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B8954-D85D-E39A-EF26-4D60F5B6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hu-HU" sz="6000" b="1" dirty="0">
                <a:latin typeface="+mn-lt"/>
              </a:rPr>
              <a:t>Használt nyelvek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51F0F97-A2C9-5822-1DD2-64F4C31910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250000"/>
              </a:lnSpc>
            </a:pPr>
            <a:r>
              <a:rPr lang="hu-HU" sz="3200" dirty="0"/>
              <a:t>HTML 71.4%</a:t>
            </a:r>
          </a:p>
          <a:p>
            <a:pPr>
              <a:lnSpc>
                <a:spcPct val="250000"/>
              </a:lnSpc>
            </a:pPr>
            <a:r>
              <a:rPr lang="hu-HU" sz="3200" dirty="0"/>
              <a:t>CSS 15.5%</a:t>
            </a:r>
          </a:p>
          <a:p>
            <a:pPr>
              <a:lnSpc>
                <a:spcPct val="250000"/>
              </a:lnSpc>
            </a:pPr>
            <a:r>
              <a:rPr lang="hu-HU" sz="3200" dirty="0"/>
              <a:t>JavaScript 13.1%</a:t>
            </a:r>
          </a:p>
        </p:txBody>
      </p:sp>
    </p:spTree>
    <p:extLst>
      <p:ext uri="{BB962C8B-B14F-4D97-AF65-F5344CB8AC3E}">
        <p14:creationId xmlns:p14="http://schemas.microsoft.com/office/powerpoint/2010/main" val="70445575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55</Words>
  <Application>Microsoft Office PowerPoint</Application>
  <PresentationFormat>Szélesvásznú</PresentationFormat>
  <Paragraphs>11</Paragraphs>
  <Slides>4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Office-téma</vt:lpstr>
      <vt:lpstr>PowerPoint-bemutató</vt:lpstr>
      <vt:lpstr>Téma</vt:lpstr>
      <vt:lpstr>  Készítők (készült a github adatai alapján)</vt:lpstr>
      <vt:lpstr>Használt nyelvek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Boksay Levente</dc:creator>
  <cp:lastModifiedBy>O365 felhasználó</cp:lastModifiedBy>
  <cp:revision>4</cp:revision>
  <dcterms:created xsi:type="dcterms:W3CDTF">2025-02-13T08:54:49Z</dcterms:created>
  <dcterms:modified xsi:type="dcterms:W3CDTF">2025-02-15T15:34:34Z</dcterms:modified>
</cp:coreProperties>
</file>